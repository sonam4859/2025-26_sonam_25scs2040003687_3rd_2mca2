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SYNOPSIS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Lawyerguide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Full-Stack Legal Consultation Platform (Frontend &amp; User Experience)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03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8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37033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8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40690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25SCS2040004859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8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44348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— School of Computer Science and Engineering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006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8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UNIVERSITY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48006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663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8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SESSION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516636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2025–2027   ·   2026–27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321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7C8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ORGANIZATION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553212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Jivu Infosolutions (Software Development Company)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SNAPSHOT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Role, Duration &amp; Current Status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Developer Intern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69080" y="1508760"/>
            <a:ext cx="0" cy="77724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0520" y="1508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1783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Development / 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1508760"/>
            <a:ext cx="0" cy="77724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1508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DATE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783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June 2026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423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MODE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974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On-site — Noida, U.P.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69080" y="2423160"/>
            <a:ext cx="0" cy="77724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0520" y="2423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STIPEND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26974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₹18,000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0" y="2423160"/>
            <a:ext cx="0" cy="77724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2423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DURATION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26974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Days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520440"/>
            <a:ext cx="11091672" cy="2651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37947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APPROVED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1148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Days → 90 Days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70916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IILM University's academic requirement of a minimum 90-day internship, Jivu Infosolutions' HR Department approved extending the internship to a total of 90 days — expected to conclude on or around 5 September 2026.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ongoing.  Completion certificate: pending.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presents the work carried out by Sonam Singh during an internship at Jivu Infosolutions, commencing on 8 June 2026, undertaken as part of the curriculum requirement for the MCA degree at the School of Computer Science and Engineering, IILM University, Greater Noida, U.P.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was carried out on a live, industry-oriented project titled “Lawyerguide” — a full-stack legal consultation platform connecting clients with verified, practising lawyers through instant chat, voice/video consultation, and appointment booking, built with React, ASP.NET Core Web API, and Microsoft SQL Server.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03720" y="1554480"/>
            <a:ext cx="0" cy="420624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7804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Documents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201168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Sonam Singh's contribution within a two-member intern team</a:t>
            </a:r>
            <a:endParaRPr lang="en-US" sz="13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The client-facing React frontend — UI/UX build &amp; maintenance</a:t>
            </a:r>
            <a:endParaRPr lang="en-US" sz="13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Responsive behaviour across desktop, tablet, mobile</a:t>
            </a:r>
            <a:endParaRPr lang="en-US" sz="13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Integration with the live backend API &amp; real-time features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 &amp; Problem Statement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Jivu Infosolutions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development organization engaged in building custom web and application solutions across industry domains, following an agile, project-based approach where small teams work directly on live client requirements.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internship, the organization was developing “Lawyerguide” — a legal-technology platform moving legal consultation from offline, referral-based engagement to an on-demand digital platform. Interns were integrated directly into this live project team with real feature ownership.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1508760"/>
            <a:ext cx="0" cy="443484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5087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965960"/>
            <a:ext cx="5257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Individuals seeking legal help rely on personal referrals or in-person visits — slow, geographically limiting, with no way to verify a lawyer's credentials.</a:t>
            </a:r>
            <a:endParaRPr lang="en-US" sz="12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No unified, transparent platform to instantly connect with a verified lawyer, communicate securely, and track engagement status.</a:t>
            </a:r>
            <a:endParaRPr lang="en-US" sz="1200" dirty="0"/>
          </a:p>
          <a:p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Independent lawyers lack an efficient digital channel to reach clients and manage requests without relying on ad hoc tools.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484632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Lawyerguide was built to close this two-sided gap: a single platform where customers discover &amp; book verified lawyers, and lawyers manage requests through a structured dashboard.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Set Out to Achieve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00200"/>
            <a:ext cx="10405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 full-stack web application connecting customers with verified, practising lawyers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9424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49424"/>
            <a:ext cx="10405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secure, role-based authentication &amp; authorization for Customer, Lawyer/Agent, and Administrator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98648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98648"/>
            <a:ext cx="10405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communication — instant text chat and peer-to-peer voice/video calling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47872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47872"/>
            <a:ext cx="10405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end-to-end appointment booking system with live delivery to the lawyer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142232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97096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197096"/>
            <a:ext cx="10405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administrative dashboard for lawyer verification and customer account management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91456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846320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846320"/>
            <a:ext cx="10405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UI is responsive across desktop, tablet, and mobile viewports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495544"/>
            <a:ext cx="5943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495544"/>
            <a:ext cx="10405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security posture of the implemented system and document findings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 &amp; Out of Scope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verified lawyers, view profiles, live chat &amp; voice/video calls, book consultations, track booking status.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03620" y="1600200"/>
            <a:ext cx="0" cy="141732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600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Lawyer-Facing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96596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dashboard for chats &amp; bookings, multi-step onboarding wizard, case/document management, consultation history.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375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Admin-Facing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Database-authenticated panel for lawyer verification, customer account management, and platform activity monitoring.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03620" y="3337560"/>
            <a:ext cx="0" cy="141732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3375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70332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notifications, responsive design across device sizes, and supporting database schema design.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scope: payment gateway integration for billing, native mobile applications (the platform is web-based &amp; responsive), and production infrastructure / deployment automation.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Frontend Technology Stack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754880"/>
        </p:xfrm>
        <a:graphic>
          <a:graphicData uri="http://schemas.openxmlformats.org/drawingml/2006/table">
            <a:tbl>
              <a:tblPr/>
              <a:tblGrid>
                <a:gridCol w="3017520"/>
                <a:gridCol w="8074152"/>
              </a:tblGrid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(functional components, hooks)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v6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@microsoft/signalr — live chat, typing indicators, booking 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CSS3 — component-scoped stylesheets, CSS Grid &amp; Flexbox, responsive media 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Context API (auth state) + component-local state via hooks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Feedback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react-hot-toast — live toast notifications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React App (CRA), npm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/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cross-device testing (DevTools + live two-session testing)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iterative development with file-level change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Architecture + Real-Time Channel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991356" y="155448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991356" y="1554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991356" y="237744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91356" y="2377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(Presentation)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91356" y="320040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91356" y="32004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Web API (Application Layer)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865876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65876" y="2926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865876" y="3749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68196" y="4023360"/>
            <a:ext cx="4206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68196" y="40233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Entity Framework Core)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14516" y="4023360"/>
            <a:ext cx="4206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14516" y="40233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(real-time relay)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89036" y="47365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14516" y="4956048"/>
            <a:ext cx="420624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14516" y="49560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— P2P Voice / Video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chat &amp; notifications are delivered over SignalR; voice/video calls are peer-to-peer via WebRTC — SignalR only exchanges connection-setup (signaling) messages, so live audio/video never passes through the application server.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PART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Contributions (1–5)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45920"/>
            <a:ext cx="10405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Rebranding across the application — new logo, restructured navigation, disabled an incomplete language option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42032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42032"/>
            <a:ext cx="10405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&amp; fixed a modal rendering defect caused by a CSS backdrop-blur / overflow conflict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38144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38144"/>
            <a:ext cx="10405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the testimonials component — replaced incorrect stock photos with a generated initials-avatar system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79392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34256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334256"/>
            <a:ext cx="10405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the Practice Areas page — live lawyer counts, fixed icon/colour mapping and a broken “Find a Lawyer” filter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175504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230368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230368"/>
            <a:ext cx="10405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end-to-end customer booking interface, plus a streamlined per-lawyer booking flow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PART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Contributions (6–10)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45920"/>
            <a:ext cx="10405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custom calendar date-picker from scratch — fixed a past-date selection bug in the native input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42032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42032"/>
            <a:ext cx="10405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real-time chat UI — live “typing…” indicator and a synced consultation duration timer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38144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38144"/>
            <a:ext cx="10405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multi-step (5-stage) lawyer onboarding wizard with step validation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79392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34256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334256"/>
            <a:ext cx="10405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out responsive-design verification &amp; correction across mobile and tablet viewports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175504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230368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C7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230368"/>
            <a:ext cx="10405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 in a codebase-wide audit to remove unused components and duplicated utility code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as of This Report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645920"/>
            <a:ext cx="5056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register, discover a lawyer, book/start a live consultation, and communicate in real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03620" y="1645920"/>
            <a:ext cx="0" cy="118872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645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01968" y="1645920"/>
            <a:ext cx="5056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can manage incoming bookings and client communication through their dashboard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063240"/>
            <a:ext cx="5056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can oversee the platform via a dedicated, securely authenticated panel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03620" y="3063240"/>
            <a:ext cx="0" cy="118872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063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3063240"/>
            <a:ext cx="5056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journeys — discovery, booking, live chat/call, registration — are functional, visually consistent, and responsive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80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480560"/>
            <a:ext cx="5056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defects (testimonial photos, modal artifact, past-date booking, broken search) have been resolved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03620" y="4480560"/>
            <a:ext cx="0" cy="118872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4480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4480560"/>
            <a:ext cx="5056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gained in live debugging, frontend/backend coordination, and delivery-vs-quality trade-offs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OF COMPLETION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Status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720072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568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— dated 22 May 2026, signed for a 45-day internship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Approval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720072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2724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— HR approved extension to 90 days total duration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1091672" cy="0"/>
          </a:xfrm>
          <a:prstGeom prst="line">
            <a:avLst/>
          </a:prstGeom>
          <a:noFill/>
          <a:ln w="9525">
            <a:solidFill>
              <a:srgbClr val="DCE1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947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Certificate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720072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7880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— to be issued once the extended internship concludes (≈ 5 September 2026)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 / 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Documentation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Documentation — react.dev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691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Documentation — reactrouter.com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5856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— ASP.NET Core Documentation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25856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— Entity Framework Core Documentation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2549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— SignalR Documentation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82549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— Transact-SQL (T-SQL) Reference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9242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WebRTC API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3392424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JavaScript Reference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BCrypt.Net — Password Hashing Library Documentation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95935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JWT.io — Introduction to JSON Web Tokens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262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 — OWASP Top 10 Web Application Security Risks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9C7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869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at Jivu Infosolutions provided hands-on experience building the frontend and user experience of a live, production-style legal-consultation platform — from requirement analysis through implementation, defect diagnosis, and iterative refinement.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9B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internship extended to 90 days and currently ongoing, work continues under the approved extension; the Internship Completion Certificate will be added to the final report upon conclusion.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Sonam Singh — Internship Report Synopsis — Jivu Infosolutions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268712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2026-08-29T18:58:13Z</dcterms:created>
  <dcterms:modified xsi:type="dcterms:W3CDTF">2026-08-29T18:58:13Z</dcterms:modified>
</cp:coreProperties>
</file>